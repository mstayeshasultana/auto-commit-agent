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0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76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35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09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7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3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66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91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00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8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2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438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9542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197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196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89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34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48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070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Commit Copilot AI – Automating Git Commits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3013045"/>
            <a:ext cx="6711654" cy="4195481"/>
          </a:xfrm>
        </p:spPr>
        <p:txBody>
          <a:bodyPr/>
          <a:lstStyle/>
          <a:p>
            <a:r>
              <a:rPr dirty="0"/>
              <a:t>Using Python &amp; GPT to generate intelligent commit messages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-AI-powered agent to handle Git commits for Dart/Flutter projects</a:t>
            </a:r>
          </a:p>
          <a:p>
            <a:r>
              <a:rPr dirty="0"/>
              <a:t>Automatically generates meaningful commit messages</a:t>
            </a:r>
          </a:p>
          <a:p>
            <a:r>
              <a:rPr dirty="0"/>
              <a:t>Stages, commits, and pushes changes after user confirmation</a:t>
            </a:r>
          </a:p>
          <a:p>
            <a:r>
              <a:rPr dirty="0"/>
              <a:t>Works on Windows with GitHub Desktop or Git CLI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Built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Manual commit messages can be time-consuming and inconsistent</a:t>
            </a:r>
          </a:p>
          <a:p>
            <a:r>
              <a:rPr dirty="0"/>
              <a:t>AI ensures consistent Conventional Commits style</a:t>
            </a:r>
          </a:p>
          <a:p>
            <a:r>
              <a:rPr dirty="0"/>
              <a:t>Speeds up workflow for developers</a:t>
            </a:r>
          </a:p>
          <a:p>
            <a:r>
              <a:rPr dirty="0"/>
              <a:t>Reduces human errors when pushing to 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Built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Set up environment: Python, Git, OpenAI API</a:t>
            </a:r>
          </a:p>
          <a:p>
            <a:r>
              <a:rPr dirty="0"/>
              <a:t>Created Python script ai_push.py: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dirty="0"/>
              <a:t>- Reads git status and git diff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dirty="0"/>
              <a:t>- Generates AI commit messages using GPT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dirty="0"/>
              <a:t>- Asks for user confirmation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dirty="0"/>
              <a:t>- Stages, commits, and pushes changes</a:t>
            </a:r>
          </a:p>
          <a:p>
            <a:r>
              <a:rPr dirty="0"/>
              <a:t>Automated with .bat file for easy 'push-ai' command</a:t>
            </a:r>
          </a:p>
          <a:p>
            <a:r>
              <a:rPr dirty="0"/>
              <a:t>Tested OpenAI API </a:t>
            </a:r>
            <a:r>
              <a:rPr lang="en-GB" dirty="0"/>
              <a:t>with different commits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Brain: GPT-4/GPT-3.5 reasoning</a:t>
            </a:r>
          </a:p>
          <a:p>
            <a:r>
              <a:rPr dirty="0"/>
              <a:t>Memory: Optional past commit conventions</a:t>
            </a:r>
          </a:p>
          <a:p>
            <a:r>
              <a:rPr dirty="0"/>
              <a:t>Tools: Git CLI / GitHub Desktop commands</a:t>
            </a:r>
          </a:p>
          <a:p>
            <a:r>
              <a:rPr dirty="0"/>
              <a:t>Autonomy: Multi-step workflow (analyze → suggest → confirm → push)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 generates short, meaningful commit messages automatically</a:t>
            </a:r>
          </a:p>
          <a:p>
            <a:r>
              <a:rPr dirty="0"/>
              <a:t>Ensures commit style consistency</a:t>
            </a:r>
          </a:p>
          <a:p>
            <a:r>
              <a:rPr dirty="0"/>
              <a:t>User confirms before pushing → safe workflow</a:t>
            </a:r>
          </a:p>
          <a:p>
            <a:r>
              <a:rPr dirty="0"/>
              <a:t>Easy to run: type 'push-ai' in terminal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/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Store past commit messages for better AI suggestions</a:t>
            </a:r>
          </a:p>
          <a:p>
            <a:r>
              <a:rPr dirty="0"/>
              <a:t>Auto-generate PR descriptions</a:t>
            </a:r>
          </a:p>
          <a:p>
            <a:r>
              <a:rPr dirty="0"/>
              <a:t>Branch safety checks (prevent accidental push to main)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/ Visual Summary</a:t>
            </a:r>
          </a:p>
        </p:txBody>
      </p:sp>
      <p:pic>
        <p:nvPicPr>
          <p:cNvPr id="4" name="Picture 3" descr="A_flowchart-style_diagram_illustrates_an_autom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72184"/>
            <a:ext cx="7168896" cy="4658965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</TotalTime>
  <Words>253</Words>
  <Application>Microsoft Office PowerPoint</Application>
  <PresentationFormat>On-screen Show 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Git Commit Copilot AI – Automating Git Commits with AI</vt:lpstr>
      <vt:lpstr>What We Built</vt:lpstr>
      <vt:lpstr>Why We Built It</vt:lpstr>
      <vt:lpstr>How We Built It</vt:lpstr>
      <vt:lpstr>AI Agent Components</vt:lpstr>
      <vt:lpstr>Results</vt:lpstr>
      <vt:lpstr>Next Steps / Future Improvements</vt:lpstr>
      <vt:lpstr>Demo / Visual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Ayesha Sultana</cp:lastModifiedBy>
  <cp:revision>2</cp:revision>
  <dcterms:created xsi:type="dcterms:W3CDTF">2013-01-27T09:14:16Z</dcterms:created>
  <dcterms:modified xsi:type="dcterms:W3CDTF">2026-02-01T04:49:45Z</dcterms:modified>
  <cp:category/>
</cp:coreProperties>
</file>